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58561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794286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440976" name="Google Shape;51;p:notes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509054" name="Google Shape;52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029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7731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46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94967B-F728-6004-420F-1FB7D51B16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839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8318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501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B1290A-AAA9-0AF6-2643-0AD7B812C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689138" name="Google Shape;56;g385000957d6_0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660665" name="Google Shape;57;g385000957d6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81038" name="Google Shape;63;g385000957d6_0_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347852" name="Google Shape;64;g385000957d6_0_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369362" name="Google Shape;70;g385000957d6_0_1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41630" name="Google Shape;71;g385000957d6_0_1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016985" name="Google Shape;77;g385000957d6_0_2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058462" name="Google Shape;78;g385000957d6_0_2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23757" name="Google Shape;82;g385000957d6_0_31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439291" name="Google Shape;83;g385000957d6_0_3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16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729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851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910823-5367-FDE5-86A0-958A61B6B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169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633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92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3F323-C8D8-DA74-AB95-819956EC86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664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414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818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5631DE-C9E4-6717-B470-D8611CDF9E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341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104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54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0CB4B2-97CB-927F-0841-8A3B03C42B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149041" name="Google Shape;10;p2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471060612" name="Google Shape;11;p2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869066347" name="Google Shape;12;p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377641" name="Google Shape;14;p3"/>
          <p:cNvSpPr txBox="1"/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637374927" name="Google Shape;15;p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517610" name="Google Shape;17;p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0477398" name="Google Shape;18;p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6165328" name="Google Shape;19;p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077607" name="Google Shape;21;p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8886838" name="Google Shape;22;p5"/>
          <p:cNvSpPr txBox="1"/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81178049" name="Google Shape;23;p5"/>
          <p:cNvSpPr txBox="1"/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908074529" name="Google Shape;24;p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670539" name="Google Shape;26;p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9921028" name="Google Shape;27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92561" name="Google Shape;29;p7"/>
          <p:cNvSpPr txBox="1"/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730495352" name="Google Shape;30;p7"/>
          <p:cNvSpPr txBox="1"/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629210140" name="Google Shape;31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182425" name="Google Shape;33;p8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860802700" name="Google Shape;34;p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561535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665643" name="Google Shape;37;p9"/>
          <p:cNvSpPr txBox="1"/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2059479203" name="Google Shape;38;p9"/>
          <p:cNvSpPr txBox="1"/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770672013" name="Google Shape;39;p9"/>
          <p:cNvSpPr txBox="1"/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3018949" name="Google Shape;40;p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731746" name="Google Shape;42;p10"/>
          <p:cNvSpPr txBox="1"/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0421994" name="Google Shape;43;p1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315858" name="Google Shape;45;p11"/>
          <p:cNvSpPr txBox="1"/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328170859" name="Google Shape;46;p11"/>
          <p:cNvSpPr txBox="1"/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8802699" name="Google Shape;47;p1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230068" name="Google Shape;49;p1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200282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04627736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30667492" name="Google Shape;8;p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70382" name="Google Shape;54;p13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/>
              <a:t>C2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758831" name="Google Shape;14;p3"/>
          <p:cNvSpPr txBox="1"/>
          <p:nvPr>
            <p:ph type="title"/>
          </p:nvPr>
        </p:nvSpPr>
        <p:spPr bwMode="auto">
          <a:xfrm>
            <a:off x="186370" y="170652"/>
            <a:ext cx="8520599" cy="841799"/>
          </a:xfrm>
          <a:prstGeom prst="rect">
            <a:avLst/>
          </a:prstGeom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r>
              <a:rPr lang="fr-FR"/>
              <a:t>Because to use C2</a:t>
            </a:r>
            <a:endParaRPr/>
          </a:p>
        </p:txBody>
      </p:sp>
      <p:pic>
        <p:nvPicPr>
          <p:cNvPr id="172557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89158" y="1012451"/>
            <a:ext cx="5915025" cy="3990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069811" name="Google Shape;14;p3"/>
          <p:cNvSpPr txBox="1"/>
          <p:nvPr>
            <p:ph type="title"/>
          </p:nvPr>
        </p:nvSpPr>
        <p:spPr bwMode="auto">
          <a:xfrm>
            <a:off x="311699" y="308514"/>
            <a:ext cx="8520599" cy="841799"/>
          </a:xfrm>
          <a:prstGeom prst="rect">
            <a:avLst/>
          </a:prstGeom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r>
              <a:rPr lang="fr-FR"/>
              <a:t>Relay</a:t>
            </a:r>
            <a:endParaRPr/>
          </a:p>
        </p:txBody>
      </p:sp>
      <p:pic>
        <p:nvPicPr>
          <p:cNvPr id="7467153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51973" y="1315953"/>
            <a:ext cx="7448549" cy="37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73046" name="Google Shape;59;p1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59405663" name="Google Shape;60;p1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238120029" name="Google Shape;61;p14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52400" y="415398"/>
            <a:ext cx="9144000" cy="4617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73947" name="Google Shape;66;p1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/>
              <a:t>Signup</a:t>
            </a:r>
            <a:endParaRPr/>
          </a:p>
        </p:txBody>
      </p:sp>
      <p:sp>
        <p:nvSpPr>
          <p:cNvPr id="1053406169" name="Google Shape;67;p15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33649531" name="Google Shape;68;p1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178925" y="1152475"/>
            <a:ext cx="4786150" cy="38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360067" name="Google Shape;73;p1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/>
              <a:t>Login</a:t>
            </a:r>
            <a:endParaRPr/>
          </a:p>
        </p:txBody>
      </p:sp>
      <p:sp>
        <p:nvSpPr>
          <p:cNvPr id="957563415" name="Google Shape;74;p16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962718182" name="Google Shape;75;p16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843074" y="1453375"/>
            <a:ext cx="5457825" cy="293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1752426" name="Google Shape;80;p17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926206" y="801275"/>
            <a:ext cx="5291600" cy="36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127052" name="Google Shape;85;p18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/>
              <a:t>Dashboard</a:t>
            </a:r>
            <a:endParaRPr/>
          </a:p>
        </p:txBody>
      </p:sp>
      <p:sp>
        <p:nvSpPr>
          <p:cNvPr id="404282707" name="Google Shape;86;p18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730108687" name="Google Shape;87;p1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1215862"/>
            <a:ext cx="9143999" cy="35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921390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fr-FR"/>
              <a:t>Start</a:t>
            </a:r>
            <a:endParaRPr/>
          </a:p>
        </p:txBody>
      </p:sp>
      <p:sp>
        <p:nvSpPr>
          <p:cNvPr id="830709578" name="Google Shape;18;p4"/>
          <p:cNvSpPr txBox="1"/>
          <p:nvPr>
            <p:ph type="body" idx="1"/>
          </p:nvPr>
        </p:nvSpPr>
        <p:spPr bwMode="auto">
          <a:xfrm>
            <a:off x="311699" y="1152473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fr-FR"/>
              <a:t>-Forume</a:t>
            </a:r>
            <a:endParaRPr lang="fr-FR"/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fr-FR"/>
              <a:t>-Reverse Shell (pas de relay)</a:t>
            </a:r>
            <a:endParaRPr lang="fr-FR"/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fr-FR"/>
              <a:t>-pastbin (les info dans en env)</a:t>
            </a:r>
            <a:endParaRPr lang="fr-FR"/>
          </a:p>
        </p:txBody>
      </p:sp>
      <p:pic>
        <p:nvPicPr>
          <p:cNvPr id="10818063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53154" y="802105"/>
            <a:ext cx="4348972" cy="37984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390842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6944142" name="Google Shape;18;p4"/>
          <p:cNvSpPr txBox="1"/>
          <p:nvPr>
            <p:ph type="body" idx="1"/>
          </p:nvPr>
        </p:nvSpPr>
        <p:spPr bwMode="auto">
          <a:xfrm>
            <a:off x="311699" y="1152473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778534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14777" y="1378618"/>
            <a:ext cx="6114443" cy="2660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090315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fr-FR"/>
              <a:t>Selection des victimes</a:t>
            </a:r>
            <a:endParaRPr/>
          </a:p>
        </p:txBody>
      </p:sp>
      <p:sp>
        <p:nvSpPr>
          <p:cNvPr id="1114103239" name="Google Shape;18;p4"/>
          <p:cNvSpPr txBox="1"/>
          <p:nvPr>
            <p:ph type="body" idx="1"/>
          </p:nvPr>
        </p:nvSpPr>
        <p:spPr bwMode="auto">
          <a:xfrm>
            <a:off x="311699" y="1152473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9634989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699" y="2293018"/>
            <a:ext cx="5381624" cy="1657350"/>
          </a:xfrm>
          <a:prstGeom prst="rect">
            <a:avLst/>
          </a:prstGeom>
        </p:spPr>
      </p:pic>
      <p:pic>
        <p:nvPicPr>
          <p:cNvPr id="122410091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076949" y="2759743"/>
            <a:ext cx="2543175" cy="723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356853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fr-FR"/>
              <a:t>Exécution </a:t>
            </a:r>
            <a:endParaRPr/>
          </a:p>
        </p:txBody>
      </p:sp>
      <p:sp>
        <p:nvSpPr>
          <p:cNvPr id="626293251" name="Google Shape;18;p4"/>
          <p:cNvSpPr txBox="1"/>
          <p:nvPr>
            <p:ph type="body" idx="1"/>
          </p:nvPr>
        </p:nvSpPr>
        <p:spPr bwMode="auto">
          <a:xfrm>
            <a:off x="311699" y="1152473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513350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05024" y="1980197"/>
            <a:ext cx="4210049" cy="2228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2025-10-06T10:53:39Z</dcterms:modified>
</cp:coreProperties>
</file>